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4"/>
  </p:normalViewPr>
  <p:slideViewPr>
    <p:cSldViewPr snapToGrid="0">
      <p:cViewPr varScale="1">
        <p:scale>
          <a:sx n="93" d="100"/>
          <a:sy n="93" d="100"/>
        </p:scale>
        <p:origin x="208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E737-29CE-89EF-D270-3E0A32AA9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F4AA95-260E-35C6-B4B2-7572E9B28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1922D-F7C3-6741-D1E9-171A4FC22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5B717-634C-86F9-9FB4-6892BCC0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D0FC8-C084-1CCE-8E41-2D7346B75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93445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6E51C-BD20-B4AE-6820-DDC986C12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D31C1-00DB-58F9-8039-CE621C136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090EF-8E4F-3A5C-F871-DD8D9410D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C401A-F0DA-879E-E354-299AAE1DD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B1CEE-8CFE-8479-92EB-EBB4FF153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04852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DFA3-3209-2C58-C109-168AE547A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026C4-745A-372B-DBD5-8076A45C8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0B83E-511F-1816-A7B1-5A6DAFA32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05BD07-07B5-0D3C-D9FE-1F1E251B8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93DB0-F9CD-9D3B-9144-9D27F9736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5175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EB5C2-A207-AA7D-E2E4-B462BED8D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6C582-BFFB-7F55-FD14-F6AF028AFE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70040-7349-B8FA-F247-B9159F764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D0F0C4-4920-746D-C355-10E89FA89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5957C-D051-CE43-603F-525A75C22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20F7C-F154-04BD-8864-ED1CE1D7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6903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BC8E7-A314-7353-D42F-84A3F7A77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0E5AC-9F16-74E5-0411-CF65F11AEC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0C858-4D27-25E4-309C-BA819C161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CB8177-DCA5-0727-9DB3-D26BA3356F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F0C3C-FE4B-9DB3-C915-0915E8F1F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9D6DF4-AA22-E721-E711-AC0562812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181824-8B7C-3A88-B0BD-3B2E6DA16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34C578-2841-0522-3596-196FEB450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6460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8DAE-9E6C-8042-5BC6-766A59C4D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F7FC6E-7124-7DBA-E95B-D38E5F96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EBD2F3-E636-E7EF-F335-6E3F088DE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2C0F8E-9EA9-A8DD-A125-89DC9F474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398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16890-C258-D530-5208-3EF108213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B3F4D-461D-53AA-B45B-64DC7111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F9782-A400-5243-37B6-C402176F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4605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AF71-8AC7-B952-2156-1672D3907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386AD-6FD4-E24F-E81C-8FBA99008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287ACC-B204-331A-546E-5B96A7A135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5E1A4-50FB-6591-0003-0F1F32C81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49102-691A-0F16-4061-71E6C127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139F86-B87F-F646-4412-2B4204B15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428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17394-BE7C-5CCB-B38D-A230F2FB6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CDE4F8-9D0D-1DE9-3AE1-6CC8111A9F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38B78-4872-36DE-9E8B-325FD9249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68B6C-4DBF-99AD-628E-F84DDEA7D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509171-3B1D-9E31-79C0-DBF371EAD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90F65-61DE-A5AC-E525-DF2090C1A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8027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5D74-FA8D-FEEB-18B0-9AB03C886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1F119-BEEE-AA2E-221D-82BEC7F5C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4079E-1C7E-933A-DDA3-ECB4B069D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6AEC-7855-8BB4-A7AF-734BB0004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8B4F6-CA3D-125B-5328-7DF89FB02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339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E8311-3395-C2C8-024C-91E9D2D862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0D21C2-D44B-D988-6734-9D6609504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688AF-1007-FD22-F576-9ADA35A23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1D801-0E7A-C6EE-FB73-3709019CC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91E2E-1030-58F8-785E-9D074293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4229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2BC6A5-A5F0-6905-7753-B8D23B39D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CDEE2-5F16-1784-24C9-2EE6A57C8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FEDAA9-84F3-EC80-3E6B-F3778884B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679172-7A98-6E47-82BB-49DDC09D33AA}" type="datetimeFigureOut">
              <a:rPr lang="en-NL" smtClean="0"/>
              <a:t>02/03/2026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404C-D134-4726-5C0F-834D996F0A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12B2B-6FE0-CB93-721C-122E5A094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B63F8-9032-4F43-B48F-A27775BDBF9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86485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7BA7F63-5738-FAED-035C-91D3117A9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0218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B8D513-F7CD-ECAE-C3F7-D73FEEAF42E0}"/>
              </a:ext>
            </a:extLst>
          </p:cNvPr>
          <p:cNvSpPr txBox="1"/>
          <p:nvPr/>
        </p:nvSpPr>
        <p:spPr>
          <a:xfrm>
            <a:off x="5541819" y="748147"/>
            <a:ext cx="61791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NL" sz="4000" b="1" dirty="0">
                <a:solidFill>
                  <a:schemeClr val="bg1"/>
                </a:solidFill>
              </a:rPr>
              <a:t>AI gave me power. </a:t>
            </a:r>
          </a:p>
          <a:p>
            <a:pPr algn="r"/>
            <a:r>
              <a:rPr lang="en-NL" sz="4000" b="1" dirty="0">
                <a:solidFill>
                  <a:schemeClr val="bg1"/>
                </a:solidFill>
              </a:rPr>
              <a:t>what does it mean?</a:t>
            </a:r>
          </a:p>
        </p:txBody>
      </p:sp>
    </p:spTree>
    <p:extLst>
      <p:ext uri="{BB962C8B-B14F-4D97-AF65-F5344CB8AC3E}">
        <p14:creationId xmlns:p14="http://schemas.microsoft.com/office/powerpoint/2010/main" val="3608844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Payen</dc:creator>
  <cp:lastModifiedBy>Nicolas Payen</cp:lastModifiedBy>
  <cp:revision>2</cp:revision>
  <dcterms:created xsi:type="dcterms:W3CDTF">2026-03-02T13:58:28Z</dcterms:created>
  <dcterms:modified xsi:type="dcterms:W3CDTF">2026-03-02T14:04:31Z</dcterms:modified>
</cp:coreProperties>
</file>